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e171eca2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e171eca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901025" y="126960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 Insurance -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Snowflake Data Engineering Project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3509350" y="3099000"/>
            <a:ext cx="2318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b="1"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Suhani Gahukar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Khushi Dekate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Mayuri Motwani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18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945000" y="1417650"/>
            <a:ext cx="7020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Establish a trusted and consistent view of policy and claims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 data quality, completeness, and validation across insurance records.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Enable better decision-making for underwriting, claims, and distribution teams.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Standardize business metrics for customer behavior and claim severity analysis.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Provide insight into operational gaps and growth opportunities.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Build a scalable Snowflake-based analytics platform for reporting and KPIs.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Overview</a:t>
            </a:r>
            <a:endParaRPr sz="460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5250" y="1725500"/>
            <a:ext cx="5480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Stage Layer: Ingest policy and claim files into Snowflake internal stages.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RAW Layer: Store source data exactly as received without transformation.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VALIDATED Layer: Perform data cleaning, deduplication, and validation checks.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CURATED Layer: Create business-ready tables for reporting and analytics.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 incremental processing using MERGE logic.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Automate pipeline using Streams and Tasks for efficient data processing.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5" title="Screenshot 2026-03-09 1522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5350" y="1722330"/>
            <a:ext cx="3471975" cy="4532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 &amp; File Formats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Policy data received as CSV files (structured data).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Claim data received as NDJSON files (semi-structured data).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Master files contain the initial full dataset.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Incremental files contain newly added or updated records.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CSV data loaded into structured Snowflake tables.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JSON data stored using VARIANT data type for flexible schema handling.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Layer Processing</a:t>
            </a:r>
            <a:endParaRPr sz="4600"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4572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policy CSV files into structured tables using COPY INTO command.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claims NDJSON files into tables using the VARIANT data type for semi-structured data.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data exactly as received from the source without any transformation.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file metadata and load timestamps for auditing and tracking.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separate RAW tables for policies and claims data.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traceability and recovery by preserving the original source data.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600675" y="543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Semi-Structured Data Handling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t/>
            </a:r>
            <a:endParaRPr sz="3200"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9144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 VARIANT data type to store JSON claim data in Snowflake.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Handle NDJSON files where each record is stored as a JSON object.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Extract nested fields using dot notation (e.g., data:customer_id).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Support arrays and nested structures within JSON records.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Enable schema-on-read, allowing flexible structure for incoming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Convert required JSON fields into structured columns during validation stage.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VALIDATED Layer Processing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Perform data cleaning and transformation on RAW layer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Remove duplicate records using primary keys like policy number or claim ID.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Apply dat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quality checks such as null validation, date validation, and premium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validation.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Extract structured fields from JSON VARIANT columns.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Standardize data formats (dates, text, phone numbers, etc.).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Ensure referential integrity between policies and claims tables.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INCREMENTAL Processing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Process new and updated records using incremental data files.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 MERGE logic to update existing records and insert new records.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Prevent duplicate data loading during repeated pipeline runs.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Ensure idempotent processing, allowing safe re-execution of pipelines.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 pipeline efficiency by avoiding full data reloads.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&amp; Governance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 Dynamic Data Masking to protect sensitive fields like SSN and contact details.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Apply Row Access Policies to restrict access based on region or role.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 RBAC (Role-Based Access Control) to manage user permissions.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Maintain audit logs and metadata tracking for monitoring data access.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Ensure data privacy and compliance with security policies.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 with Streams &amp; Tasks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 Streams to capture changes (inserts, updates, deletes) in tables.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Schedule Tasks to automatically process incremental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Enable continuous data pipeline execution without manual intervention.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Reduce processing time by handling only changed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 overall data pipeline efficiency and reliability.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57200" y="-1844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Outcome</a:t>
            </a: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535150" y="743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Successfully processed structured (CSV) and semi-structured (JSON)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Built a scalable Snowflake data architecture with multiple layers.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Ensured data security through masking, RBAC, and access policies.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Automated the pipeline using Streams and Tasks.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Generated business-ready datasets for KPI reporting and analytics.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23" title="Screenshot 2026-03-09 1552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125" y="3145976"/>
            <a:ext cx="6688701" cy="356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543300" y="228598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9975" y="0"/>
            <a:ext cx="1824025" cy="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